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F0EF"/>
    <a:srgbClr val="0E3642"/>
    <a:srgbClr val="C3F2F3"/>
    <a:srgbClr val="0B3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2ADB95-B72F-99A4-47EC-88C69E1B6D33}" v="76" dt="2026-01-29T13:36:50.182"/>
    <p1510:client id="{B6243A06-43E8-B55C-8BC6-F9AA62EBCA1C}" v="1455" dt="2026-01-29T15:49:32.616"/>
    <p1510:client id="{D2FB070C-B044-1FB4-1AC4-DB2FA18BE458}" v="45" dt="2026-01-29T14:06:52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tx2"/>
            </a:gs>
            <a:gs pos="70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072E-E1D3-7E6A-01F1-E5FC5EBAC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A190C-2648-A65F-5FCE-B304DF502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FD384-3F76-7A60-8735-9065A623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11B8A-C338-7D3B-4C74-99346614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D77B1-E78D-386F-DF27-66E53BAA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8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0">
              <a:schemeClr val="tx2"/>
            </a:gs>
            <a:gs pos="67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5DB8-8308-6E71-3DE1-4E0DEB6A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D510-BEC2-FC2D-1422-88C5EE862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7C431-7FE5-F7BD-94AA-6F534EB7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D4AB2-C4B3-9448-DAA8-822E0517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03127-7802-84F6-53D2-896A532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tx2"/>
            </a:gs>
            <a:gs pos="84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EBED-AEF0-4CCC-F8BF-8D8B18F0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CA916-94A8-59EC-F7C2-8CD488377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4C9E8-36A7-ECA0-4C58-86FF8BC3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92E85-FFD4-B5E8-E607-FED653E6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9E222-B6EA-8941-BA57-965D96BE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7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tx2"/>
            </a:gs>
            <a:gs pos="75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55D3-E663-2013-1536-3D88D170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9517-2A7C-8548-5A5D-F76C2839A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659EF-043E-EFA9-16AD-ED13DF9F4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69E5A-7B91-1F21-1950-A46D4FA7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FC29B-2488-21C2-FF6E-BF6AFEFD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D9F22-E884-B2A3-62E2-2FFEF1B2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89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flip="none" rotWithShape="1">
          <a:gsLst>
            <a:gs pos="0">
              <a:schemeClr val="tx2"/>
            </a:gs>
            <a:gs pos="71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9E29-C43F-DE57-0C91-2820D881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D9B61-7602-0C83-A2B0-E4C4C477D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C3A76-055C-C4B3-4AC9-69998D6FE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DE768-C232-76EE-3A31-B11C92172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5BE7F-71FE-8673-E15C-B9527AC31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423868-1F39-D02C-9502-0FD8D50D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69ED1-7FF7-59DA-77C6-720745B9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23983C-0EC9-83CF-7C1A-D250EF64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6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tx2"/>
            </a:gs>
            <a:gs pos="83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75EF-3E17-2947-5155-A202DEB8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2A66A-D03C-9D79-49FF-102300F1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05EEA-473A-1121-1AC3-07A2974D5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87347-48F9-EC0E-ED92-FBDFB6C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tx2"/>
            </a:gs>
            <a:gs pos="79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2A411-BEAF-5156-0459-38C9325A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B81E6-A5C4-8220-C6D4-715E3C6B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EC20-6D78-83D1-94A0-9D8E12C3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79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flip="none" rotWithShape="1">
          <a:gsLst>
            <a:gs pos="0">
              <a:schemeClr val="tx2"/>
            </a:gs>
            <a:gs pos="78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9B96-E3CA-F266-2D5D-6CF390EC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BCE08-F15E-C992-5F8C-6D6FC792C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F620C-2D32-C01B-9DD2-72AADF653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9F06B-8899-BEAC-D29A-D5CDCEC2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72214-4BF0-62AF-C50B-D8348947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BBBD-D3B2-6063-C750-4334C128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6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tx2"/>
            </a:gs>
            <a:gs pos="73000">
              <a:srgbClr val="C6F0EF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2C5C-9E58-B13F-5165-7B79F94F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D383D9-8677-FA46-9180-0FFBD6744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71733-6A14-5A66-F97F-B984B93F7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18B67-08D1-1F0D-1269-28C5E21A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B01A1-D417-2DD0-0FC3-BB22D259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41FF6-5F05-289B-A12B-44222BB0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gradFill>
          <a:gsLst>
            <a:gs pos="0">
              <a:schemeClr val="tx2"/>
            </a:gs>
            <a:gs pos="76000">
              <a:srgbClr val="C6F0EF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A573-4743-20DC-8C0E-07A8208CA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7F1F0-A0F0-9972-19F5-BCA08D91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D4025-1A4D-CA28-CBC0-93AF5F33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C297F-AF2A-2B5B-507B-1F4098F7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B0C30-65BE-66B1-585A-AE84839B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6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gradFill flip="none" rotWithShape="1">
          <a:gsLst>
            <a:gs pos="0">
              <a:schemeClr val="tx2"/>
            </a:gs>
            <a:gs pos="78000">
              <a:srgbClr val="C6F0EF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87EEFA-47B2-2AF9-5DF8-6A1E21FF8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459A9-49D7-D21C-E2CA-857753AF3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956DD-243D-99B5-D95C-BCFCED83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1B7C-3FC7-A894-A42D-F2789CAE5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F1CC1-91EF-B3B6-607D-3B625267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2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67000">
              <a:srgbClr val="C3F2F3"/>
            </a:gs>
            <a:gs pos="100000">
              <a:schemeClr val="bg1">
                <a:lumMod val="95000"/>
              </a:schemeClr>
            </a:gs>
            <a:gs pos="100000">
              <a:schemeClr val="bg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13275-EF0B-7C8F-2691-F324A3C3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9BA8-6C08-C2C2-C802-339DE46A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CB041-12A5-E3C9-5273-B562449AA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DA3A3-1B8D-4BD0-9320-B2A3F43A243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89242-0BCF-533A-D56C-E2835487A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99B6E-1CCE-6B9D-5D01-2D58DD416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ED5F7-862D-45DD-B3E5-86B8FE9A7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8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kind.itch.io/nightborne-warrior?downloa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973B-AB6B-8E59-7118-4755B788E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>
                <a:latin typeface="Berlin Sans FB"/>
              </a:rPr>
              <a:t>Building Enemies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F4C70-0DCB-6DDB-B979-772119C0EC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 Guide  on adding Enemies to a Unity Project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B94B1-A316-3769-CEBB-36BC01136758}"/>
              </a:ext>
            </a:extLst>
          </p:cNvPr>
          <p:cNvSpPr txBox="1"/>
          <p:nvPr/>
        </p:nvSpPr>
        <p:spPr>
          <a:xfrm>
            <a:off x="535709" y="5671127"/>
            <a:ext cx="409170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u="sng"/>
              <a:t>Presented By:</a:t>
            </a:r>
            <a:r>
              <a:rPr lang="en-US"/>
              <a:t>	</a:t>
            </a:r>
          </a:p>
          <a:p>
            <a:r>
              <a:rPr lang="en-US"/>
              <a:t>Dustin Goodpaster</a:t>
            </a:r>
          </a:p>
        </p:txBody>
      </p:sp>
    </p:spTree>
    <p:extLst>
      <p:ext uri="{BB962C8B-B14F-4D97-AF65-F5344CB8AC3E}">
        <p14:creationId xmlns:p14="http://schemas.microsoft.com/office/powerpoint/2010/main" val="145425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AE9C-5067-867D-76A7-7E2C30C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you'll need…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864F-FA13-F9D2-A48B-0A603B223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Unity  6</a:t>
            </a:r>
          </a:p>
          <a:p>
            <a:r>
              <a:rPr lang="en-US"/>
              <a:t>Visual Studios (preferred) or another IDE of your choice</a:t>
            </a:r>
          </a:p>
          <a:p>
            <a:r>
              <a:rPr lang="en-US"/>
              <a:t>Some sprites...</a:t>
            </a:r>
          </a:p>
          <a:p>
            <a:r>
              <a:rPr lang="en-US"/>
              <a:t>Let's get some sprites online for free</a:t>
            </a:r>
            <a:endParaRPr lang="en-US">
              <a:solidFill>
                <a:srgbClr val="46B1E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     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4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95D4-FF2C-D54A-4196-1C415DE9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50"/>
            <a:ext cx="10515600" cy="1325563"/>
          </a:xfrm>
        </p:spPr>
        <p:txBody>
          <a:bodyPr/>
          <a:lstStyle/>
          <a:p>
            <a:r>
              <a:rPr lang="en-US"/>
              <a:t>Looking at the files</a:t>
            </a:r>
          </a:p>
        </p:txBody>
      </p:sp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13CFFE6-D044-2BA2-9310-B8BFEEA9B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4183"/>
            <a:ext cx="12192000" cy="2650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5DDCD4-F914-DE84-DC51-32BF913DCC64}"/>
              </a:ext>
            </a:extLst>
          </p:cNvPr>
          <p:cNvSpPr txBox="1"/>
          <p:nvPr/>
        </p:nvSpPr>
        <p:spPr>
          <a:xfrm>
            <a:off x="762000" y="1717039"/>
            <a:ext cx="59537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Here's the PNG file from the download. This is our sprite which lays out all the animations for our enemy</a:t>
            </a:r>
          </a:p>
        </p:txBody>
      </p:sp>
    </p:spTree>
    <p:extLst>
      <p:ext uri="{BB962C8B-B14F-4D97-AF65-F5344CB8AC3E}">
        <p14:creationId xmlns:p14="http://schemas.microsoft.com/office/powerpoint/2010/main" val="403635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72A6-DD67-3424-EA7E-47686C1B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our </a:t>
            </a:r>
            <a:r>
              <a:rPr lang="en-US" err="1"/>
              <a:t>GameObject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1EF35-B42D-04DF-9986-FA60B31CBC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/>
              <a:t>Goto </a:t>
            </a:r>
            <a:r>
              <a:rPr lang="en-US" err="1"/>
              <a:t>Heirarchy</a:t>
            </a:r>
            <a:r>
              <a:rPr lang="en-US"/>
              <a:t>, right click on the background and choose 'Create Empty'</a:t>
            </a:r>
          </a:p>
          <a:p>
            <a:pPr marL="0" indent="0">
              <a:buNone/>
            </a:pPr>
            <a:r>
              <a:rPr lang="en-US"/>
              <a:t>This will give us an empty </a:t>
            </a:r>
            <a:r>
              <a:rPr lang="en-US" err="1"/>
              <a:t>GameObject</a:t>
            </a:r>
            <a:r>
              <a:rPr lang="en-US"/>
              <a:t> to start building into our enemy.</a:t>
            </a:r>
          </a:p>
          <a:p>
            <a:pPr marL="0" indent="0">
              <a:buNone/>
            </a:pPr>
            <a:r>
              <a:rPr lang="en-US"/>
              <a:t>Let's rename this </a:t>
            </a:r>
            <a:r>
              <a:rPr lang="en-US" err="1"/>
              <a:t>GameObject</a:t>
            </a:r>
            <a:r>
              <a:rPr lang="en-US"/>
              <a:t> to </a:t>
            </a:r>
            <a:r>
              <a:rPr lang="en-US" err="1"/>
              <a:t>NightBorne_Warrior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/>
              <a:t>*Ignore the other ones those are from previous builds, this one is new for this demonstration*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8F8BCF-EE51-ECE9-DC3B-888EE450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446" y="1823977"/>
            <a:ext cx="30765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0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791C-6C0E-EDD4-D628-40958491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Let's add some properties to our Warrior!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28FD-7F3A-228B-95F4-63FBEA5E33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Select the new </a:t>
            </a:r>
            <a:r>
              <a:rPr lang="en-US" err="1"/>
              <a:t>GameObject</a:t>
            </a:r>
          </a:p>
          <a:p>
            <a:r>
              <a:rPr lang="en-US"/>
              <a:t>On the right hand side of the scree under the Inspector click Add </a:t>
            </a:r>
            <a:r>
              <a:rPr lang="en-US" err="1"/>
              <a:t>Componet</a:t>
            </a:r>
            <a:r>
              <a:rPr lang="en-US"/>
              <a:t>. </a:t>
            </a:r>
          </a:p>
          <a:p>
            <a:r>
              <a:rPr lang="en-US"/>
              <a:t>We need to add a Box Collider 2D, </a:t>
            </a:r>
            <a:r>
              <a:rPr lang="en-US" err="1"/>
              <a:t>Rigidbody</a:t>
            </a:r>
            <a:r>
              <a:rPr lang="en-US"/>
              <a:t> 2D, Sprite Renderer and Animator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CF3C8B-EFF8-1982-1F14-4FD8672973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53134"/>
            <a:ext cx="5181600" cy="409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6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2789-F25B-D5F1-EEE9-84F140EC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let's build some Animations to 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82AFC-D63B-B022-E515-74F1E66FF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2115"/>
            <a:ext cx="5157787" cy="45075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Navigate to the PNG file location in the Project explorer in Unity.</a:t>
            </a:r>
          </a:p>
          <a:p>
            <a:r>
              <a:rPr lang="en-US"/>
              <a:t>Mine was placed in Enemies&gt;</a:t>
            </a:r>
            <a:r>
              <a:rPr lang="en-US" err="1"/>
              <a:t>Nightborne</a:t>
            </a:r>
            <a:endParaRPr lang="en-US"/>
          </a:p>
          <a:p>
            <a:r>
              <a:rPr lang="en-US"/>
              <a:t>Select the PNG then click 'Open Sprite Editor' in the Inspector tab</a:t>
            </a:r>
          </a:p>
          <a:p>
            <a:r>
              <a:rPr lang="en-US"/>
              <a:t>For our example we'll 'Slice' our PNG in 80 x 80 Cells and click 'Slice' then click 'Apply'</a:t>
            </a:r>
          </a:p>
        </p:txBody>
      </p:sp>
      <p:pic>
        <p:nvPicPr>
          <p:cNvPr id="7" name="Content Placeholder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BFA4F7E-8CFC-C1C6-E8D7-4B7696D6358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659796" y="1682115"/>
            <a:ext cx="4207996" cy="450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3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0016-6A92-7590-05D1-81CECDFD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Animation cont.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172F3-BB84-E818-E786-85DB42C34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2115"/>
            <a:ext cx="5157787" cy="45075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Open the Animation window, Ctrl + 6, click 'create new' then drag and drop the first 9 frames for our warrior.</a:t>
            </a:r>
          </a:p>
          <a:p>
            <a:r>
              <a:rPr lang="en-US"/>
              <a:t>You'll have to adjust the time scales etc. to get the animation speeds correct.</a:t>
            </a:r>
          </a:p>
          <a:p>
            <a:r>
              <a:rPr lang="en-US"/>
              <a:t>This will also create an animation controller for our enemy. 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E29D44-0279-22B0-D394-104B63DFC89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01080" y="2093485"/>
            <a:ext cx="5548948" cy="359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25BA-2C45-91B2-DF31-5C25D3BF6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A526-5A67-BE7F-48BD-7622B0A8DB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After creating the animations for things like Idle and Attack now we need a way to switch from one to the other.</a:t>
            </a:r>
          </a:p>
          <a:p>
            <a:r>
              <a:rPr lang="en-US" dirty="0"/>
              <a:t>This is done with the animation controller and triggers.</a:t>
            </a:r>
          </a:p>
          <a:p>
            <a:r>
              <a:rPr lang="en-US" dirty="0"/>
              <a:t>Under parameters click the plus sign and make a new 'Trigger' named Attack.</a:t>
            </a:r>
          </a:p>
          <a:p>
            <a:r>
              <a:rPr lang="en-US" dirty="0"/>
              <a:t>Add a transition from Any State.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A64E76-DF7D-A575-4807-A6EF92EB01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96642"/>
            <a:ext cx="5181600" cy="340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97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3D3E-CFC1-C115-C804-B08EBC5F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write some code!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40ED6B5-AC2D-9054-029C-F4CD7834ED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77559" y="1825625"/>
            <a:ext cx="4702882" cy="4351338"/>
          </a:xfrm>
          <a:prstGeom prst="rect">
            <a:avLst/>
          </a:prstGeom>
        </p:spPr>
      </p:pic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E98E1CE-63BF-3652-1074-C52145B3B4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92397" y="1825625"/>
            <a:ext cx="49412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02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BE05-3895-48C9-A8B4-3B54E5DB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script to the enemy  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8D43-7EAB-0DAB-3ACD-C1C67E3E34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Now to make it all work we just need to click on the </a:t>
            </a:r>
            <a:r>
              <a:rPr lang="en-US" dirty="0" err="1"/>
              <a:t>Nightborne_Warrior</a:t>
            </a:r>
            <a:r>
              <a:rPr lang="en-US" dirty="0"/>
              <a:t> in </a:t>
            </a:r>
            <a:r>
              <a:rPr lang="en-US" dirty="0" err="1"/>
              <a:t>heirarchy</a:t>
            </a:r>
            <a:r>
              <a:rPr lang="en-US" dirty="0"/>
              <a:t> then under Inspector click 'Add </a:t>
            </a:r>
            <a:r>
              <a:rPr lang="en-US" dirty="0" err="1"/>
              <a:t>Componet</a:t>
            </a:r>
            <a:r>
              <a:rPr lang="en-US" dirty="0"/>
              <a:t>' </a:t>
            </a:r>
          </a:p>
          <a:p>
            <a:r>
              <a:rPr lang="en-US" dirty="0"/>
              <a:t>We're going to add our </a:t>
            </a:r>
            <a:r>
              <a:rPr lang="en-US" dirty="0" err="1"/>
              <a:t>EnemyAI.cs</a:t>
            </a:r>
            <a:r>
              <a:rPr lang="en-US" dirty="0"/>
              <a:t> to this enemy and now when the player comes close by our new animation will be triggered. 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00272A0-6E96-5700-E2E3-BE1F042635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48061" y="2252876"/>
            <a:ext cx="3829050" cy="3924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F866DD-3BEB-C8A3-01FE-0DA4A23C49A5}"/>
              </a:ext>
            </a:extLst>
          </p:cNvPr>
          <p:cNvSpPr txBox="1"/>
          <p:nvPr/>
        </p:nvSpPr>
        <p:spPr>
          <a:xfrm>
            <a:off x="7248665" y="1473199"/>
            <a:ext cx="38313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Don't forget to make sure the main character has Tag set to Player</a:t>
            </a:r>
          </a:p>
        </p:txBody>
      </p:sp>
    </p:spTree>
    <p:extLst>
      <p:ext uri="{BB962C8B-B14F-4D97-AF65-F5344CB8AC3E}">
        <p14:creationId xmlns:p14="http://schemas.microsoft.com/office/powerpoint/2010/main" val="2033656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15dbc0-83bf-4481-8d1f-2842f9db543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EE7654CD0BF344985748EB97589A68" ma:contentTypeVersion="10" ma:contentTypeDescription="Create a new document." ma:contentTypeScope="" ma:versionID="c0982f929a78d832b3c1d705d39d6813">
  <xsd:schema xmlns:xsd="http://www.w3.org/2001/XMLSchema" xmlns:xs="http://www.w3.org/2001/XMLSchema" xmlns:p="http://schemas.microsoft.com/office/2006/metadata/properties" xmlns:ns3="c015dbc0-83bf-4481-8d1f-2842f9db5437" targetNamespace="http://schemas.microsoft.com/office/2006/metadata/properties" ma:root="true" ma:fieldsID="c64ebba4bf64173309edf854a366de2e" ns3:_="">
    <xsd:import namespace="c015dbc0-83bf-4481-8d1f-2842f9db543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dbc0-83bf-4481-8d1f-2842f9db543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5F616E-CEF9-4756-9E05-4A6557D279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D87488-2DF4-4819-A378-EA5AD790F5DE}">
  <ds:schemaRefs>
    <ds:schemaRef ds:uri="c015dbc0-83bf-4481-8d1f-2842f9db543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16ACF86-17D2-49FB-8E2F-736CA97EBB83}">
  <ds:schemaRefs>
    <ds:schemaRef ds:uri="c015dbc0-83bf-4481-8d1f-2842f9db543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Building Enemies</vt:lpstr>
      <vt:lpstr>What you'll need…</vt:lpstr>
      <vt:lpstr>Looking at the files</vt:lpstr>
      <vt:lpstr>Building our GameObject</vt:lpstr>
      <vt:lpstr>Let's add some properties to our Warrior!</vt:lpstr>
      <vt:lpstr>Now let's build some Animations to use</vt:lpstr>
      <vt:lpstr>Creating Animation cont.</vt:lpstr>
      <vt:lpstr>Setting up triggers</vt:lpstr>
      <vt:lpstr>Let's write some code!</vt:lpstr>
      <vt:lpstr>Add script to the enemy  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Goodpaster, Dustin (good7633@vandals.uidaho.edu)</dc:creator>
  <cp:revision>58</cp:revision>
  <dcterms:created xsi:type="dcterms:W3CDTF">2025-10-28T14:14:44Z</dcterms:created>
  <dcterms:modified xsi:type="dcterms:W3CDTF">2026-01-29T15:49:58Z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0x010100C4EE7654CD0BF344985748EB97589A68</vt:lpwstr>
  </property>
</Properties>
</file>